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2_CCCCB057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5" r:id="rId4"/>
    <p:sldId id="264" r:id="rId5"/>
    <p:sldId id="266" r:id="rId6"/>
    <p:sldId id="259" r:id="rId7"/>
    <p:sldId id="260" r:id="rId8"/>
    <p:sldId id="261" r:id="rId9"/>
    <p:sldId id="262" r:id="rId10"/>
    <p:sldId id="263" r:id="rId11"/>
    <p:sldId id="257" r:id="rId1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DCF7945-E871-5897-0E92-75650B5E2B1E}" name="Angi Dávid" initials="AD" userId="S::angi.david@inf.unideb.hu::c54d4c3c-f93c-4970-a12e-7a15e87dd17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04EFD5-D84F-AF77-D06C-DB3394D2C039}" v="201" dt="2026-10-27T18:16:13.003"/>
    <p1510:client id="{6EE4DFAA-0E12-C065-04D1-2902E4237264}" v="107" dt="2026-10-27T18:27:23.6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omments/modernComment_102_CCCCB05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59B055D-B54D-4927-B2C8-34B036E4AB5D}" authorId="{6DCF7945-E871-5897-0E92-75650B5E2B1E}" created="2026-10-27T18:25:35.585">
    <pc:sldMkLst xmlns:pc="http://schemas.microsoft.com/office/powerpoint/2013/main/command">
      <pc:docMk/>
      <pc:sldMk cId="3435966551" sldId="258"/>
    </pc:sldMkLst>
    <p188:txBody>
      <a:bodyPr/>
      <a:lstStyle/>
      <a:p>
        <a:r>
          <a:rPr lang="hu-HU"/>
          <a:t>Folytatom ezek egyenlőre a főbb témák amiket megcélzok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2026. 10. 28.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74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2026. 10. 28.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0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2026. 10. 28.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5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2026. 10. 28.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9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2026. 10. 28.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16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2026. 10. 28.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83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2026. 10. 28.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2026. 10. 28.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308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2026. 10. 28.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306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2026. 10. 28.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09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2026. 10. 28.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225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2026. 10. 28.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2_CCCCB057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0" y="751947"/>
            <a:ext cx="12192000" cy="2959099"/>
          </a:xfrm>
        </p:spPr>
        <p:txBody>
          <a:bodyPr>
            <a:normAutofit/>
          </a:bodyPr>
          <a:lstStyle/>
          <a:p>
            <a:r>
              <a:rPr lang="hu-HU"/>
              <a:t>Dinamikus objektumelkerülés megerősítéses tanulással</a:t>
            </a:r>
          </a:p>
          <a:p>
            <a:r>
              <a:rPr lang="hu-HU"/>
              <a:t>a CARLA szimulátorban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8E0DBD11-1273-9EB3-3848-1E44CE4ED6DE}"/>
              </a:ext>
            </a:extLst>
          </p:cNvPr>
          <p:cNvSpPr txBox="1"/>
          <p:nvPr/>
        </p:nvSpPr>
        <p:spPr>
          <a:xfrm>
            <a:off x="893536" y="5730118"/>
            <a:ext cx="2390633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/>
              <a:t>Készítette: Angi Dávid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FA7503F5-1561-3D18-92DD-1F8585540E43}"/>
              </a:ext>
            </a:extLst>
          </p:cNvPr>
          <p:cNvSpPr txBox="1"/>
          <p:nvPr/>
        </p:nvSpPr>
        <p:spPr>
          <a:xfrm>
            <a:off x="8123464" y="5727094"/>
            <a:ext cx="31136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/>
              <a:t>Témavezető: Mészáros László</a:t>
            </a:r>
          </a:p>
        </p:txBody>
      </p: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1AE5F9-3D4D-BDBD-6EA2-CC689BD94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4032"/>
            <a:ext cx="10515600" cy="1325563"/>
          </a:xfrm>
        </p:spPr>
        <p:txBody>
          <a:bodyPr/>
          <a:lstStyle/>
          <a:p>
            <a:r>
              <a:rPr lang="hu-HU"/>
              <a:t>Miért hasznos az önvezető autózás?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9E3D5B6-ECA5-5D53-BA7B-3A8FB415E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087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hu-HU"/>
              <a:t>Balesetek kockázatának csökkentése</a:t>
            </a:r>
          </a:p>
          <a:p>
            <a:pPr lvl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3596655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95966-380C-9AB0-5FAF-E82FD1BED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EA24D4-2395-CBA6-C9E2-8B0E2D29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375"/>
            <a:ext cx="10515600" cy="1325563"/>
          </a:xfrm>
        </p:spPr>
        <p:txBody>
          <a:bodyPr/>
          <a:lstStyle/>
          <a:p>
            <a:r>
              <a:rPr lang="hu-HU"/>
              <a:t>Tanító környezet - CARLA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43180C0-7E51-42BF-FF10-C9F3E75E2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0875"/>
            <a:ext cx="10515600" cy="4351338"/>
          </a:xfrm>
        </p:spPr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66205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9C905-BC5A-B537-6CF4-BB341A6F4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ECB1423-3E07-DE81-9397-2F8CA0F1F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80" y="-4818"/>
            <a:ext cx="7637724" cy="1314980"/>
          </a:xfrm>
        </p:spPr>
        <p:txBody>
          <a:bodyPr/>
          <a:lstStyle/>
          <a:p>
            <a:pPr algn="ctr"/>
            <a:r>
              <a:rPr lang="hu-HU"/>
              <a:t>Autóendkóderek és szenzorfúzió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357527E-2A98-2868-F22C-CAEAE4A80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976" y="1909502"/>
            <a:ext cx="10515600" cy="4351338"/>
          </a:xfrm>
        </p:spPr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52027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AE34E-B578-AA99-C1AB-D469C6D1D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88DC58-6DA3-AA0B-3DC5-36DE965C0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66" y="396875"/>
            <a:ext cx="10875434" cy="1314980"/>
          </a:xfrm>
        </p:spPr>
        <p:txBody>
          <a:bodyPr/>
          <a:lstStyle/>
          <a:p>
            <a:r>
              <a:rPr lang="hu-HU"/>
              <a:t>Mérési szcenáriók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8E1E1F6-9B77-5D12-2F8D-8A7271010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0875"/>
            <a:ext cx="10515600" cy="4351338"/>
          </a:xfrm>
        </p:spPr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33656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5EEE61B-534E-5434-A550-13A1BCAAC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R1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769996A-5369-7252-8DAF-8AA8A96E5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55090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09449-3C75-14E0-FE96-644AC05CC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D6EAA5-F446-7439-4498-415C02811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R2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85058D4-A432-62E9-977F-9DA6785D4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00307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3542B-56E3-11C7-C1EC-7C09E3166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EF33483-0903-2DF5-7F05-78B427178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R3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88E54AC-4CE1-11A7-9D41-88B86EE51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57294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2630A-5112-278E-250D-622A77158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7A539E5-2305-889B-370B-0669F029C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R4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070157-5E9F-FAB7-F7E6-A214DA1D2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9202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C4A71-E7B7-36A4-EF11-9327D063D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6C1ECB3-C031-8E6E-A46C-E88A73EBB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R5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2F3B71C-060C-A965-2474-9B9A2B8E9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15612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95E365F-F03C-35D7-F36F-C6833B8C5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120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hu-HU" sz="6000"/>
              <a:t>Köszönöm a figyelmet</a:t>
            </a:r>
          </a:p>
        </p:txBody>
      </p:sp>
    </p:spTree>
    <p:extLst>
      <p:ext uri="{BB962C8B-B14F-4D97-AF65-F5344CB8AC3E}">
        <p14:creationId xmlns:p14="http://schemas.microsoft.com/office/powerpoint/2010/main" val="3983701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Szélesvásznú</PresentationFormat>
  <Slides>11</Slides>
  <Notes>0</Notes>
  <HiddenSlides>0</HiddenSlide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2" baseType="lpstr">
      <vt:lpstr>Office-téma</vt:lpstr>
      <vt:lpstr>Dinamikus objektumelkerülés megerősítéses tanulással a CARLA szimulátorban</vt:lpstr>
      <vt:lpstr>Miért hasznos az önvezető autózás?</vt:lpstr>
      <vt:lpstr>Tanító környezet - CARLA</vt:lpstr>
      <vt:lpstr>Autóendkóderek és szenzorfúzió</vt:lpstr>
      <vt:lpstr>Mérési szcenáriók</vt:lpstr>
      <vt:lpstr>R1</vt:lpstr>
      <vt:lpstr>R2</vt:lpstr>
      <vt:lpstr>R3</vt:lpstr>
      <vt:lpstr>R4</vt:lpstr>
      <vt:lpstr>R5</vt:lpstr>
      <vt:lpstr>Köszönöm a figyelmet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2026-10-27T18:06:27Z</dcterms:created>
  <dcterms:modified xsi:type="dcterms:W3CDTF">2026-10-28T11:25:29Z</dcterms:modified>
</cp:coreProperties>
</file>